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906BE-1878-492D-BF60-5BA94754C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05D6C-47D0-4ABB-BD96-BDE16BC1B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7FED-AE91-409E-B47D-0E184EBE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E8F0-0D01-4F17-915B-D30087E4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68C4D-5DAB-42EC-80EA-4A12E9B5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90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B8EA5-5314-4917-99D1-D3A664D4B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3A6A-436B-436B-A0F3-43C40B392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11B2-222B-4E2C-8BB1-F87D3AA0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DBC8A-2AF3-4593-92BD-A3969AD6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6C4D7-76D3-4915-86F1-956CE398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69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37A4D-98DE-4AB7-984C-934E7796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F286A-5644-4B30-BFCD-794332D4C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4AF22-6B61-459E-B093-45B94EDD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7645-0ABF-4688-92D5-B757D545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284C-8955-4EDB-9398-C8E3F602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461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3D6A-53E8-411F-B4F7-AA044B26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A655-1E66-4219-93BF-031E10A68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0D788-703A-4706-B064-DF7B627D1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3C22F-5E26-4FA0-B7AD-50A9FD88F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D40B3-F592-4848-9597-C8CC4865F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661A-5DAF-4BA3-B2C7-8D2C75DF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27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96E3-2CDE-49BE-8525-C88C8504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3AB4-8DC1-4A74-8673-8EEDAFD3C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4682D-2DFE-4F81-9546-5DED133F7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14F1B-1B6B-4956-831C-130E33869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F3CF6-7945-4381-997A-560E9EE9B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27693-A63F-4624-AAA2-A5D53643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48A31-5593-4445-9311-617B929DC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96A62-8DD0-4033-B4E3-8D7FAE8C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95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DA6A-AC9F-4D78-9128-E94328F2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94D76-9B50-400E-923A-2B650C87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27DB90-7ACD-4CD9-A006-67E3CB1F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D58EC-762B-4807-8805-AC5871B7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75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2482F-678A-4467-8F59-6D1D17B6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76719-E9B6-42C4-98FA-C00C5D2C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D3B97-834C-4418-858A-BC52283B4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22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0BC67-8730-4DAD-AAAD-C49F3920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8DB9A-B8B7-4197-BE77-2873D7CE6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6F6BA-7672-45B6-AC5D-957AE2C74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B164E-EDD2-4F5E-9802-C5F89355B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32695-DC4B-4E95-AB94-91AA1B276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9D565-E266-4EFD-918A-3C68A8152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95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D85F-0A79-46CA-AFD5-A3E7E94F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B48EC-FEA6-49E7-AB5D-6261FE642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1B63C-A31B-4BBB-87C9-79682F644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F8CED-32AD-4F32-BAE9-4F522C61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D75CD-72B4-4271-ABE4-2E87AEBC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32CB6-AC02-4CAC-9C27-38730747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3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6456-8F2C-4402-948F-809021C7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32DCE-21D6-4D0F-BAF3-F767FE7F5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38AB-C501-49D2-A1C2-2D4892166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42019-C1C8-40ED-BEFB-C373ACD9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B72E6-92C7-4301-8382-F7FAE8C7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136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D22F5D-362C-4DA5-A5C1-8201C2766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FC995-C26F-4226-BEC3-3D8D3B082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7E21A-71CA-4B1C-A0DD-1B825564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C4514-AD86-4E80-B6BC-BD70E0C475B2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E01DD-D312-42F7-84B2-E24019ED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FB9F-F4BE-49E9-BA89-9C52CED8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E339C-4041-4A50-8D8F-1CA5E34F9F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2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904A0-DB6C-4D8A-8930-4D0C33DB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C99F1-F115-4770-86C7-589E935A6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000B8-13D9-4C04-A168-8A6B6BF58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A9C4514-AD86-4E80-B6BC-BD70E0C475B2}" type="datetimeFigureOut">
              <a:rPr lang="en-GB" smtClean="0"/>
              <a:pPr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E90ED-AA7A-416C-9CD7-23B2DC803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00F5-91BA-4C61-8ED9-8105C8692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E3EE339C-4041-4A50-8D8F-1CA5E34F9F5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8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547EBF"/>
          </p15:clr>
        </p15:guide>
        <p15:guide id="2" orient="horz" pos="2160" userDrawn="1">
          <p15:clr>
            <a:srgbClr val="547EBF"/>
          </p15:clr>
        </p15:guide>
        <p15:guide id="3" pos="7469" userDrawn="1">
          <p15:clr>
            <a:srgbClr val="547EBF"/>
          </p15:clr>
        </p15:guide>
        <p15:guide id="4" pos="211" userDrawn="1">
          <p15:clr>
            <a:srgbClr val="547EBF"/>
          </p15:clr>
        </p15:guide>
        <p15:guide id="5" orient="horz" pos="232" userDrawn="1">
          <p15:clr>
            <a:srgbClr val="547EBF"/>
          </p15:clr>
        </p15:guide>
        <p15:guide id="6" orient="horz" pos="4088" userDrawn="1">
          <p15:clr>
            <a:srgbClr val="547EBF"/>
          </p15:clr>
        </p15:guide>
        <p15:guide id="7" pos="2026" userDrawn="1">
          <p15:clr>
            <a:srgbClr val="547EBF"/>
          </p15:clr>
        </p15:guide>
        <p15:guide id="8" pos="565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950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32E3885-27C7-437A-AD98-DBAA83906A3B}" vid="{03C5CB92-4D50-43E4-82CF-5FD8DE4F2C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Schellewald</dc:creator>
  <cp:lastModifiedBy>Andreas Schellewald</cp:lastModifiedBy>
  <cp:revision>1</cp:revision>
  <dcterms:created xsi:type="dcterms:W3CDTF">2026-09-29T17:58:55Z</dcterms:created>
  <dcterms:modified xsi:type="dcterms:W3CDTF">2026-09-29T17:59:23Z</dcterms:modified>
</cp:coreProperties>
</file>