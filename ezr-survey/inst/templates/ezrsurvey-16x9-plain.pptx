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xmlns="http://schemas.openxmlformats.org/package/2006/content-types"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theme" Target="../theme/theme1.xml"/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xmlns="http://schemas.openxmlformats.org/package/2006/relationships" Id="rId9" Type="http://schemas.openxmlformats.org/officeDocument/2006/relationships/slideLayout" Target="../slideLayouts/slideLayout8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xmlns:p="http://schemas.openxmlformats.org/presentationml/2006/main" xmlns:r="http://schemas.openxmlformats.org/officeDocument/2006/relationships" id="2147483656" r:id="rId9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David Gohel</cp:lastModifiedBy>
  <cp:revision>3</cp:revision>
  <dcterms:created xsi:type="dcterms:W3CDTF">2017-02-13T16:18:36Z</dcterms:created>
  <dcterms:modified xsi:type="dcterms:W3CDTF">2017-05-26T11:05:44Z</dcterms:modified>
  <cp:category/>
</cp:coreProperties>
</file>