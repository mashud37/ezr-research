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xmlns="http://schemas.openxmlformats.org/package/2006/content-types"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>
            <a:normAutofit xmlns:a="http://schemas.openxmlformats.org/drawingml/2006/main"/>
          </a:bodyPr>
          <a:lstStyle>
            <a:lvl1pPr xmlns:a="http://schemas.openxmlformats.org/drawingml/2006/main" algn="l">
              <a:defRPr xmlns:a="http://schemas.openxmlformats.org/drawingml/2006/main" sz="4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 xmlns:a="http://schemas.openxmlformats.org/drawingml/2006/main"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xmlns:a="http://schemas.openxmlformats.org/drawingml/2006/main"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>
            <a:normAutofit xmlns:a="http://schemas.openxmlformats.org/drawingml/2006/main"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 xmlns:a="http://schemas.openxmlformats.org/drawingml/2006/main"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 xmlns:a="http://schemas.openxmlformats.org/drawingml/2006/main"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 xmlns:a="http://schemas.openxmlformats.org/drawingml/2006/main"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 xmlns:a="http://schemas.openxmlformats.org/drawingml/2006/main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 xmlns:a="http://schemas.openxmlformats.org/drawingml/2006/main"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>
            <a:normAutofit xmlns:a="http://schemas.openxmlformats.org/drawingml/2006/main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>
            <a:normAutofit xmlns:a="http://schemas.openxmlformats.org/drawingml/2006/main"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 xmlns:a="http://schemas.openxmlformats.org/drawingml/2006/main"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 xmlns:a="http://schemas.openxmlformats.org/drawingml/2006/main"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theme" Target="../theme/theme1.xml"/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xmlns="http://schemas.openxmlformats.org/package/2006/relationships" Id="rId9" Type="http://schemas.openxmlformats.org/officeDocument/2006/relationships/slideLayout" Target="../slideLayouts/slideLayout8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xmlns:a="http://schemas.openxmlformats.org/drawingml/2006/main"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xmlns:p="http://schemas.openxmlformats.org/presentationml/2006/main" xmlns:r="http://schemas.openxmlformats.org/officeDocument/2006/relationships" id="2147483656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 xmlns:a="http://schemas.openxmlformats.org/drawingml/2006/main">
            <a:srgbClr val="12314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2314E"/>
      </a:dk2>
      <a:lt2>
        <a:srgbClr val="EEF1F5"/>
      </a:lt2>
      <a:accent1>
        <a:srgbClr val="12314E"/>
      </a:accent1>
      <a:accent2>
        <a:srgbClr val="C9A227"/>
      </a:accent2>
      <a:accent3>
        <a:srgbClr val="3E6E8E"/>
      </a:accent3>
      <a:accent4>
        <a:srgbClr val="6E7C8C"/>
      </a:accent4>
      <a:accent5>
        <a:srgbClr val="A9B4C0"/>
      </a:accent5>
      <a:accent6>
        <a:srgbClr val="D8B04A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David Gohel</cp:lastModifiedBy>
  <cp:revision>3</cp:revision>
  <dcterms:created xsi:type="dcterms:W3CDTF">2017-02-13T16:18:36Z</dcterms:created>
  <dcterms:modified xsi:type="dcterms:W3CDTF">2017-05-26T11:05:44Z</dcterms:modified>
  <cp:category/>
</cp:coreProperties>
</file>