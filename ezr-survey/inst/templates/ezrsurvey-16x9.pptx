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xmlns="http://schemas.openxmlformats.org/package/2006/content-types" PartName="/ppt/slideLayouts/slideLayout8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tags" Target="tags/tag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  <p:sp xmlns:p="http://schemas.openxmlformats.org/presentationml/2006/main" xmlns:a="http://schemas.openxmlformats.org/drawingml/2006/main">
        <p:nvSpPr>
          <p:cNvPr id="903" name="Title Band"/>
          <p:cNvSpPr/>
          <p:nvPr/>
        </p:nvSpPr>
        <p:spPr>
          <a:xfrm>
            <a:off x="0" y="6473952"/>
            <a:ext cx="12192000" cy="3840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 xmlns:p="http://schemas.openxmlformats.org/presentationml/2006/main" xmlns:a="http://schemas.openxmlformats.org/drawingml/2006/main">
        <p:nvSpPr>
          <p:cNvPr id="904" name="Title Accent"/>
          <p:cNvSpPr/>
          <p:nvPr/>
        </p:nvSpPr>
        <p:spPr>
          <a:xfrm>
            <a:off x="914400" y="3646170"/>
            <a:ext cx="100584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  <p:sp xmlns:p="http://schemas.openxmlformats.org/presentationml/2006/main" xmlns:a="http://schemas.openxmlformats.org/drawingml/2006/main">
        <p:nvSpPr>
          <p:cNvPr id="900" name="Title Hairline"/>
          <p:cNvSpPr/>
          <p:nvPr/>
        </p:nvSpPr>
        <p:spPr>
          <a:xfrm>
            <a:off x="609600" y="1463358"/>
            <a:ext cx="10972800" cy="12700"/>
          </a:xfrm>
          <a:prstGeom prst="rect">
            <a:avLst/>
          </a:prstGeom>
          <a:solidFill>
            <a:srgbClr val="D6D6D6"/>
          </a:solidFill>
          <a:ln>
            <a:noFill/>
          </a:ln>
        </p:spPr>
        <p:txBody>
          <a:bodyPr/>
          <a:lstStyle/>
          <a:p>
            <a:endParaRPr/>
          </a:p>
        </p:txBody>
      </p:sp>
      <p:sp xmlns:p="http://schemas.openxmlformats.org/presentationml/2006/main" xmlns:a="http://schemas.openxmlformats.org/drawingml/2006/main">
        <p:nvSpPr>
          <p:cNvPr id="901" name="Title Accent"/>
          <p:cNvSpPr/>
          <p:nvPr/>
        </p:nvSpPr>
        <p:spPr>
          <a:xfrm>
            <a:off x="609600" y="1450658"/>
            <a:ext cx="100584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 xmlns:p="http://schemas.openxmlformats.org/presentationml/2006/main" xmlns:a="http://schemas.openxmlformats.org/drawingml/2006/main">
        <p:nvSpPr>
          <p:cNvPr id="902" name="Footer Hairline"/>
          <p:cNvSpPr/>
          <p:nvPr/>
        </p:nvSpPr>
        <p:spPr>
          <a:xfrm>
            <a:off x="609600" y="6309360"/>
            <a:ext cx="10972800" cy="12700"/>
          </a:xfrm>
          <a:prstGeom prst="rect">
            <a:avLst/>
          </a:prstGeom>
          <a:solidFill>
            <a:srgbClr val="D6D6D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  <p:sp xmlns:p="http://schemas.openxmlformats.org/presentationml/2006/main" xmlns:a="http://schemas.openxmlformats.org/drawingml/2006/main">
        <p:nvSpPr>
          <p:cNvPr id="900" name="Title Hairline"/>
          <p:cNvSpPr/>
          <p:nvPr/>
        </p:nvSpPr>
        <p:spPr>
          <a:xfrm>
            <a:off x="963084" y="5814695"/>
            <a:ext cx="10363200" cy="12700"/>
          </a:xfrm>
          <a:prstGeom prst="rect">
            <a:avLst/>
          </a:prstGeom>
          <a:solidFill>
            <a:srgbClr val="D6D6D6"/>
          </a:solidFill>
          <a:ln>
            <a:noFill/>
          </a:ln>
        </p:spPr>
        <p:txBody>
          <a:bodyPr/>
          <a:lstStyle/>
          <a:p>
            <a:endParaRPr/>
          </a:p>
        </p:txBody>
      </p:sp>
      <p:sp xmlns:p="http://schemas.openxmlformats.org/presentationml/2006/main" xmlns:a="http://schemas.openxmlformats.org/drawingml/2006/main">
        <p:nvSpPr>
          <p:cNvPr id="901" name="Title Accent"/>
          <p:cNvSpPr/>
          <p:nvPr/>
        </p:nvSpPr>
        <p:spPr>
          <a:xfrm>
            <a:off x="963084" y="5801995"/>
            <a:ext cx="100584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 xmlns:p="http://schemas.openxmlformats.org/presentationml/2006/main" xmlns:a="http://schemas.openxmlformats.org/drawingml/2006/main">
        <p:nvSpPr>
          <p:cNvPr id="902" name="Footer Hairline"/>
          <p:cNvSpPr/>
          <p:nvPr/>
        </p:nvSpPr>
        <p:spPr>
          <a:xfrm>
            <a:off x="963084" y="6309360"/>
            <a:ext cx="10363200" cy="12700"/>
          </a:xfrm>
          <a:prstGeom prst="rect">
            <a:avLst/>
          </a:prstGeom>
          <a:solidFill>
            <a:srgbClr val="D6D6D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  <p:sp xmlns:p="http://schemas.openxmlformats.org/presentationml/2006/main" xmlns:a="http://schemas.openxmlformats.org/drawingml/2006/main">
        <p:nvSpPr>
          <p:cNvPr id="900" name="Title Hairline"/>
          <p:cNvSpPr/>
          <p:nvPr/>
        </p:nvSpPr>
        <p:spPr>
          <a:xfrm>
            <a:off x="609600" y="1463358"/>
            <a:ext cx="10972800" cy="12700"/>
          </a:xfrm>
          <a:prstGeom prst="rect">
            <a:avLst/>
          </a:prstGeom>
          <a:solidFill>
            <a:srgbClr val="D6D6D6"/>
          </a:solidFill>
          <a:ln>
            <a:noFill/>
          </a:ln>
        </p:spPr>
        <p:txBody>
          <a:bodyPr/>
          <a:lstStyle/>
          <a:p>
            <a:endParaRPr/>
          </a:p>
        </p:txBody>
      </p:sp>
      <p:sp xmlns:p="http://schemas.openxmlformats.org/presentationml/2006/main" xmlns:a="http://schemas.openxmlformats.org/drawingml/2006/main">
        <p:nvSpPr>
          <p:cNvPr id="901" name="Title Accent"/>
          <p:cNvSpPr/>
          <p:nvPr/>
        </p:nvSpPr>
        <p:spPr>
          <a:xfrm>
            <a:off x="609600" y="1450658"/>
            <a:ext cx="100584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 xmlns:p="http://schemas.openxmlformats.org/presentationml/2006/main" xmlns:a="http://schemas.openxmlformats.org/drawingml/2006/main">
        <p:nvSpPr>
          <p:cNvPr id="902" name="Footer Hairline"/>
          <p:cNvSpPr/>
          <p:nvPr/>
        </p:nvSpPr>
        <p:spPr>
          <a:xfrm>
            <a:off x="609600" y="6309360"/>
            <a:ext cx="10972800" cy="12700"/>
          </a:xfrm>
          <a:prstGeom prst="rect">
            <a:avLst/>
          </a:prstGeom>
          <a:solidFill>
            <a:srgbClr val="D6D6D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7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7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  <p:sp xmlns:p="http://schemas.openxmlformats.org/presentationml/2006/main" xmlns:a="http://schemas.openxmlformats.org/drawingml/2006/main">
        <p:nvSpPr>
          <p:cNvPr id="900" name="Title Hairline"/>
          <p:cNvSpPr/>
          <p:nvPr/>
        </p:nvSpPr>
        <p:spPr>
          <a:xfrm>
            <a:off x="609600" y="1463358"/>
            <a:ext cx="10972800" cy="12700"/>
          </a:xfrm>
          <a:prstGeom prst="rect">
            <a:avLst/>
          </a:prstGeom>
          <a:solidFill>
            <a:srgbClr val="D6D6D6"/>
          </a:solidFill>
          <a:ln>
            <a:noFill/>
          </a:ln>
        </p:spPr>
        <p:txBody>
          <a:bodyPr/>
          <a:lstStyle/>
          <a:p>
            <a:endParaRPr/>
          </a:p>
        </p:txBody>
      </p:sp>
      <p:sp xmlns:p="http://schemas.openxmlformats.org/presentationml/2006/main" xmlns:a="http://schemas.openxmlformats.org/drawingml/2006/main">
        <p:nvSpPr>
          <p:cNvPr id="901" name="Title Accent"/>
          <p:cNvSpPr/>
          <p:nvPr/>
        </p:nvSpPr>
        <p:spPr>
          <a:xfrm>
            <a:off x="609600" y="1450658"/>
            <a:ext cx="100584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 xmlns:p="http://schemas.openxmlformats.org/presentationml/2006/main" xmlns:a="http://schemas.openxmlformats.org/drawingml/2006/main">
        <p:nvSpPr>
          <p:cNvPr id="902" name="Footer Hairline"/>
          <p:cNvSpPr/>
          <p:nvPr/>
        </p:nvSpPr>
        <p:spPr>
          <a:xfrm>
            <a:off x="609600" y="6309360"/>
            <a:ext cx="10972800" cy="12700"/>
          </a:xfrm>
          <a:prstGeom prst="rect">
            <a:avLst/>
          </a:prstGeom>
          <a:solidFill>
            <a:srgbClr val="D6D6D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  <p:sp xmlns:p="http://schemas.openxmlformats.org/presentationml/2006/main" xmlns:a="http://schemas.openxmlformats.org/drawingml/2006/main">
        <p:nvSpPr>
          <p:cNvPr id="900" name="Title Hairline"/>
          <p:cNvSpPr/>
          <p:nvPr/>
        </p:nvSpPr>
        <p:spPr>
          <a:xfrm>
            <a:off x="609600" y="1463358"/>
            <a:ext cx="10972800" cy="12700"/>
          </a:xfrm>
          <a:prstGeom prst="rect">
            <a:avLst/>
          </a:prstGeom>
          <a:solidFill>
            <a:srgbClr val="D6D6D6"/>
          </a:solidFill>
          <a:ln>
            <a:noFill/>
          </a:ln>
        </p:spPr>
        <p:txBody>
          <a:bodyPr/>
          <a:lstStyle/>
          <a:p>
            <a:endParaRPr/>
          </a:p>
        </p:txBody>
      </p:sp>
      <p:sp xmlns:p="http://schemas.openxmlformats.org/presentationml/2006/main" xmlns:a="http://schemas.openxmlformats.org/drawingml/2006/main">
        <p:nvSpPr>
          <p:cNvPr id="901" name="Title Accent"/>
          <p:cNvSpPr/>
          <p:nvPr/>
        </p:nvSpPr>
        <p:spPr>
          <a:xfrm>
            <a:off x="609600" y="1450658"/>
            <a:ext cx="100584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 xmlns:p="http://schemas.openxmlformats.org/presentationml/2006/main" xmlns:a="http://schemas.openxmlformats.org/drawingml/2006/main">
        <p:nvSpPr>
          <p:cNvPr id="902" name="Footer Hairline"/>
          <p:cNvSpPr/>
          <p:nvPr/>
        </p:nvSpPr>
        <p:spPr>
          <a:xfrm>
            <a:off x="609600" y="6309360"/>
            <a:ext cx="10972800" cy="12700"/>
          </a:xfrm>
          <a:prstGeom prst="rect">
            <a:avLst/>
          </a:prstGeom>
          <a:solidFill>
            <a:srgbClr val="D6D6D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  <p:sp xmlns:p="http://schemas.openxmlformats.org/presentationml/2006/main" xmlns:a="http://schemas.openxmlformats.org/drawingml/2006/main">
        <p:nvSpPr>
          <p:cNvPr id="900" name="Title Hairline"/>
          <p:cNvSpPr/>
          <p:nvPr/>
        </p:nvSpPr>
        <p:spPr>
          <a:xfrm>
            <a:off x="609600" y="1463358"/>
            <a:ext cx="10972800" cy="12700"/>
          </a:xfrm>
          <a:prstGeom prst="rect">
            <a:avLst/>
          </a:prstGeom>
          <a:solidFill>
            <a:srgbClr val="D6D6D6"/>
          </a:solidFill>
          <a:ln>
            <a:noFill/>
          </a:ln>
        </p:spPr>
        <p:txBody>
          <a:bodyPr/>
          <a:lstStyle/>
          <a:p>
            <a:endParaRPr/>
          </a:p>
        </p:txBody>
      </p:sp>
      <p:sp xmlns:p="http://schemas.openxmlformats.org/presentationml/2006/main" xmlns:a="http://schemas.openxmlformats.org/drawingml/2006/main">
        <p:nvSpPr>
          <p:cNvPr id="901" name="Title Accent"/>
          <p:cNvSpPr/>
          <p:nvPr/>
        </p:nvSpPr>
        <p:spPr>
          <a:xfrm>
            <a:off x="609600" y="1450658"/>
            <a:ext cx="100584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/>
          </a:p>
        </p:txBody>
      </p:sp>
      <p:sp xmlns:p="http://schemas.openxmlformats.org/presentationml/2006/main" xmlns:a="http://schemas.openxmlformats.org/drawingml/2006/main">
        <p:nvSpPr>
          <p:cNvPr id="902" name="Footer Hairline"/>
          <p:cNvSpPr/>
          <p:nvPr/>
        </p:nvSpPr>
        <p:spPr>
          <a:xfrm>
            <a:off x="609600" y="6309360"/>
            <a:ext cx="10972800" cy="12700"/>
          </a:xfrm>
          <a:prstGeom prst="rect">
            <a:avLst/>
          </a:prstGeom>
          <a:solidFill>
            <a:srgbClr val="D6D6D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theme" Target="../theme/theme1.xml"/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xmlns="http://schemas.openxmlformats.org/package/2006/relationships" Id="rId9" Type="http://schemas.openxmlformats.org/officeDocument/2006/relationships/slideLayout" Target="../slideLayouts/slideLayout8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xmlns:p="http://schemas.openxmlformats.org/presentationml/2006/main" xmlns:r="http://schemas.openxmlformats.org/officeDocument/2006/relationships" id="2147483656" r:id="rId9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David Gohel</cp:lastModifiedBy>
  <cp:revision>3</cp:revision>
  <dcterms:created xsi:type="dcterms:W3CDTF">2017-02-13T16:18:36Z</dcterms:created>
  <dcterms:modified xsi:type="dcterms:W3CDTF">2017-05-26T11:05:44Z</dcterms:modified>
  <cp:category/>
</cp:coreProperties>
</file>